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70" r:id="rId5"/>
    <p:sldId id="272" r:id="rId6"/>
    <p:sldId id="273" r:id="rId7"/>
    <p:sldId id="274" r:id="rId8"/>
    <p:sldId id="275" r:id="rId9"/>
    <p:sldId id="276" r:id="rId10"/>
    <p:sldId id="277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EB617-5384-41F3-BE7D-DCFDF22BEB31}" v="31" dt="2026-07-28T08:30:22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areddy ravisankarreddy" userId="a28122ae4adac000" providerId="LiveId" clId="{8D7695E2-B3D0-4422-9E73-5E45947944D8}"/>
    <pc:docChg chg="undo custSel addSld delSld modSld sldOrd">
      <pc:chgData name="singareddy ravisankarreddy" userId="a28122ae4adac000" providerId="LiveId" clId="{8D7695E2-B3D0-4422-9E73-5E45947944D8}" dt="2026-07-28T08:30:40.703" v="727" actId="255"/>
      <pc:docMkLst>
        <pc:docMk/>
      </pc:docMkLst>
      <pc:sldChg chg="modSp mod">
        <pc:chgData name="singareddy ravisankarreddy" userId="a28122ae4adac000" providerId="LiveId" clId="{8D7695E2-B3D0-4422-9E73-5E45947944D8}" dt="2026-07-28T08:19:21.048" v="582" actId="20577"/>
        <pc:sldMkLst>
          <pc:docMk/>
          <pc:sldMk cId="0" sldId="256"/>
        </pc:sldMkLst>
        <pc:spChg chg="mod">
          <ac:chgData name="singareddy ravisankarreddy" userId="a28122ae4adac000" providerId="LiveId" clId="{8D7695E2-B3D0-4422-9E73-5E45947944D8}" dt="2026-07-28T08:19:21.048" v="58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ingareddy ravisankarreddy" userId="a28122ae4adac000" providerId="LiveId" clId="{8D7695E2-B3D0-4422-9E73-5E45947944D8}" dt="2026-07-28T07:39:33.938" v="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ingareddy ravisankarreddy" userId="a28122ae4adac000" providerId="LiveId" clId="{8D7695E2-B3D0-4422-9E73-5E45947944D8}" dt="2026-07-28T07:43:33.276" v="253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singareddy ravisankarreddy" userId="a28122ae4adac000" providerId="LiveId" clId="{8D7695E2-B3D0-4422-9E73-5E45947944D8}" dt="2026-07-28T07:46:18.935" v="255" actId="2696"/>
        <pc:sldMkLst>
          <pc:docMk/>
          <pc:sldMk cId="0" sldId="257"/>
        </pc:sldMkLst>
      </pc:sldChg>
      <pc:sldChg chg="del">
        <pc:chgData name="singareddy ravisankarreddy" userId="a28122ae4adac000" providerId="LiveId" clId="{8D7695E2-B3D0-4422-9E73-5E45947944D8}" dt="2026-07-28T07:46:13.990" v="254" actId="2696"/>
        <pc:sldMkLst>
          <pc:docMk/>
          <pc:sldMk cId="0" sldId="258"/>
        </pc:sldMkLst>
      </pc:sldChg>
      <pc:sldChg chg="del">
        <pc:chgData name="singareddy ravisankarreddy" userId="a28122ae4adac000" providerId="LiveId" clId="{8D7695E2-B3D0-4422-9E73-5E45947944D8}" dt="2026-07-28T07:46:21.415" v="256" actId="2696"/>
        <pc:sldMkLst>
          <pc:docMk/>
          <pc:sldMk cId="0" sldId="261"/>
        </pc:sldMkLst>
      </pc:sldChg>
      <pc:sldChg chg="modSp mod">
        <pc:chgData name="singareddy ravisankarreddy" userId="a28122ae4adac000" providerId="LiveId" clId="{8D7695E2-B3D0-4422-9E73-5E45947944D8}" dt="2026-07-28T08:01:43.656" v="326" actId="255"/>
        <pc:sldMkLst>
          <pc:docMk/>
          <pc:sldMk cId="0" sldId="262"/>
        </pc:sldMkLst>
        <pc:spChg chg="mod">
          <ac:chgData name="singareddy ravisankarreddy" userId="a28122ae4adac000" providerId="LiveId" clId="{8D7695E2-B3D0-4422-9E73-5E45947944D8}" dt="2026-07-28T08:01:43.656" v="326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ingareddy ravisankarreddy" userId="a28122ae4adac000" providerId="LiveId" clId="{8D7695E2-B3D0-4422-9E73-5E45947944D8}" dt="2026-07-28T07:58:22.518" v="286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ingareddy ravisankarreddy" userId="a28122ae4adac000" providerId="LiveId" clId="{8D7695E2-B3D0-4422-9E73-5E45947944D8}" dt="2026-07-28T08:24:32.865" v="585" actId="27636"/>
        <pc:sldMkLst>
          <pc:docMk/>
          <pc:sldMk cId="0" sldId="263"/>
        </pc:sldMkLst>
        <pc:spChg chg="mod">
          <ac:chgData name="singareddy ravisankarreddy" userId="a28122ae4adac000" providerId="LiveId" clId="{8D7695E2-B3D0-4422-9E73-5E45947944D8}" dt="2026-07-28T08:01:29.486" v="324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ingareddy ravisankarreddy" userId="a28122ae4adac000" providerId="LiveId" clId="{8D7695E2-B3D0-4422-9E73-5E45947944D8}" dt="2026-07-28T08:24:32.865" v="585" actId="27636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del mod">
        <pc:chgData name="singareddy ravisankarreddy" userId="a28122ae4adac000" providerId="LiveId" clId="{8D7695E2-B3D0-4422-9E73-5E45947944D8}" dt="2026-07-28T08:00:55.270" v="317" actId="2696"/>
        <pc:sldMkLst>
          <pc:docMk/>
          <pc:sldMk cId="0" sldId="264"/>
        </pc:sldMkLst>
        <pc:spChg chg="mod">
          <ac:chgData name="singareddy ravisankarreddy" userId="a28122ae4adac000" providerId="LiveId" clId="{8D7695E2-B3D0-4422-9E73-5E45947944D8}" dt="2026-07-28T08:00:36.349" v="313" actId="2711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singareddy ravisankarreddy" userId="a28122ae4adac000" providerId="LiveId" clId="{8D7695E2-B3D0-4422-9E73-5E45947944D8}" dt="2026-07-28T08:00:34.973" v="311" actId="22"/>
          <ac:spMkLst>
            <pc:docMk/>
            <pc:sldMk cId="0" sldId="264"/>
            <ac:spMk id="7" creationId="{D3C37F5A-EFD9-0382-B92C-9B05198EC931}"/>
          </ac:spMkLst>
        </pc:spChg>
        <pc:picChg chg="add del">
          <ac:chgData name="singareddy ravisankarreddy" userId="a28122ae4adac000" providerId="LiveId" clId="{8D7695E2-B3D0-4422-9E73-5E45947944D8}" dt="2026-07-28T08:00:42.938" v="315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">
        <pc:chgData name="singareddy ravisankarreddy" userId="a28122ae4adac000" providerId="LiveId" clId="{8D7695E2-B3D0-4422-9E73-5E45947944D8}" dt="2026-07-28T08:03:57.506" v="364" actId="2696"/>
        <pc:sldMkLst>
          <pc:docMk/>
          <pc:sldMk cId="0" sldId="265"/>
        </pc:sldMkLst>
      </pc:sldChg>
      <pc:sldChg chg="del">
        <pc:chgData name="singareddy ravisankarreddy" userId="a28122ae4adac000" providerId="LiveId" clId="{8D7695E2-B3D0-4422-9E73-5E45947944D8}" dt="2026-07-28T08:04:00.297" v="365" actId="2696"/>
        <pc:sldMkLst>
          <pc:docMk/>
          <pc:sldMk cId="0" sldId="266"/>
        </pc:sldMkLst>
      </pc:sldChg>
      <pc:sldChg chg="del">
        <pc:chgData name="singareddy ravisankarreddy" userId="a28122ae4adac000" providerId="LiveId" clId="{8D7695E2-B3D0-4422-9E73-5E45947944D8}" dt="2026-07-28T08:04:04.442" v="366" actId="2696"/>
        <pc:sldMkLst>
          <pc:docMk/>
          <pc:sldMk cId="0" sldId="267"/>
        </pc:sldMkLst>
      </pc:sldChg>
      <pc:sldChg chg="del">
        <pc:chgData name="singareddy ravisankarreddy" userId="a28122ae4adac000" providerId="LiveId" clId="{8D7695E2-B3D0-4422-9E73-5E45947944D8}" dt="2026-07-28T08:04:09.264" v="367" actId="2696"/>
        <pc:sldMkLst>
          <pc:docMk/>
          <pc:sldMk cId="0" sldId="268"/>
        </pc:sldMkLst>
      </pc:sldChg>
      <pc:sldChg chg="modSp del mod ord">
        <pc:chgData name="singareddy ravisankarreddy" userId="a28122ae4adac000" providerId="LiveId" clId="{8D7695E2-B3D0-4422-9E73-5E45947944D8}" dt="2026-07-28T08:29:03.753" v="678" actId="2696"/>
        <pc:sldMkLst>
          <pc:docMk/>
          <pc:sldMk cId="0" sldId="269"/>
        </pc:sldMkLst>
        <pc:spChg chg="mod">
          <ac:chgData name="singareddy ravisankarreddy" userId="a28122ae4adac000" providerId="LiveId" clId="{8D7695E2-B3D0-4422-9E73-5E45947944D8}" dt="2026-07-28T08:28:41.257" v="677" actId="14100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new mod">
        <pc:chgData name="singareddy ravisankarreddy" userId="a28122ae4adac000" providerId="LiveId" clId="{8D7695E2-B3D0-4422-9E73-5E45947944D8}" dt="2026-07-28T08:24:44.826" v="586" actId="255"/>
        <pc:sldMkLst>
          <pc:docMk/>
          <pc:sldMk cId="2814948700" sldId="270"/>
        </pc:sldMkLst>
        <pc:spChg chg="mod">
          <ac:chgData name="singareddy ravisankarreddy" userId="a28122ae4adac000" providerId="LiveId" clId="{8D7695E2-B3D0-4422-9E73-5E45947944D8}" dt="2026-07-28T08:02:26.406" v="336" actId="14100"/>
          <ac:spMkLst>
            <pc:docMk/>
            <pc:sldMk cId="2814948700" sldId="270"/>
            <ac:spMk id="2" creationId="{E321A57A-713D-F765-F2E6-9181AEB070CE}"/>
          </ac:spMkLst>
        </pc:spChg>
        <pc:spChg chg="mod">
          <ac:chgData name="singareddy ravisankarreddy" userId="a28122ae4adac000" providerId="LiveId" clId="{8D7695E2-B3D0-4422-9E73-5E45947944D8}" dt="2026-07-28T08:24:44.826" v="586" actId="255"/>
          <ac:spMkLst>
            <pc:docMk/>
            <pc:sldMk cId="2814948700" sldId="270"/>
            <ac:spMk id="3" creationId="{2D059E78-5425-A73D-093E-F5569FA313AE}"/>
          </ac:spMkLst>
        </pc:spChg>
        <pc:spChg chg="add del">
          <ac:chgData name="singareddy ravisankarreddy" userId="a28122ae4adac000" providerId="LiveId" clId="{8D7695E2-B3D0-4422-9E73-5E45947944D8}" dt="2026-07-28T08:03:28.383" v="361" actId="22"/>
          <ac:spMkLst>
            <pc:docMk/>
            <pc:sldMk cId="2814948700" sldId="270"/>
            <ac:spMk id="5" creationId="{5B4D3D61-0D7A-BB43-8DEA-B3A95F858313}"/>
          </ac:spMkLst>
        </pc:spChg>
        <pc:picChg chg="add mod">
          <ac:chgData name="singareddy ravisankarreddy" userId="a28122ae4adac000" providerId="LiveId" clId="{8D7695E2-B3D0-4422-9E73-5E45947944D8}" dt="2026-07-28T08:09:01.273" v="416" actId="1036"/>
          <ac:picMkLst>
            <pc:docMk/>
            <pc:sldMk cId="2814948700" sldId="270"/>
            <ac:picMk id="7" creationId="{956BD2F8-9483-1B9E-6BDE-18EBA73A20D9}"/>
          </ac:picMkLst>
        </pc:picChg>
        <pc:picChg chg="add">
          <ac:chgData name="singareddy ravisankarreddy" userId="a28122ae4adac000" providerId="LiveId" clId="{8D7695E2-B3D0-4422-9E73-5E45947944D8}" dt="2026-07-28T08:03:45.643" v="363" actId="22"/>
          <ac:picMkLst>
            <pc:docMk/>
            <pc:sldMk cId="2814948700" sldId="270"/>
            <ac:picMk id="9" creationId="{3CD10EEA-8BE3-CCC2-9827-0167A80662D6}"/>
          </ac:picMkLst>
        </pc:picChg>
      </pc:sldChg>
      <pc:sldChg chg="new del">
        <pc:chgData name="singareddy ravisankarreddy" userId="a28122ae4adac000" providerId="LiveId" clId="{8D7695E2-B3D0-4422-9E73-5E45947944D8}" dt="2026-07-28T08:06:35.901" v="399" actId="2696"/>
        <pc:sldMkLst>
          <pc:docMk/>
          <pc:sldMk cId="967123231" sldId="271"/>
        </pc:sldMkLst>
      </pc:sldChg>
      <pc:sldChg chg="modSp new del mod">
        <pc:chgData name="singareddy ravisankarreddy" userId="a28122ae4adac000" providerId="LiveId" clId="{8D7695E2-B3D0-4422-9E73-5E45947944D8}" dt="2026-07-28T08:05:20.109" v="379" actId="2696"/>
        <pc:sldMkLst>
          <pc:docMk/>
          <pc:sldMk cId="3828509494" sldId="271"/>
        </pc:sldMkLst>
        <pc:spChg chg="mod">
          <ac:chgData name="singareddy ravisankarreddy" userId="a28122ae4adac000" providerId="LiveId" clId="{8D7695E2-B3D0-4422-9E73-5E45947944D8}" dt="2026-07-28T08:05:11.481" v="378" actId="255"/>
          <ac:spMkLst>
            <pc:docMk/>
            <pc:sldMk cId="3828509494" sldId="271"/>
            <ac:spMk id="2" creationId="{17EFB6C0-EC40-E0CB-BA75-21E5BF0BA5F1}"/>
          </ac:spMkLst>
        </pc:spChg>
      </pc:sldChg>
      <pc:sldChg chg="addSp modSp add mod ord">
        <pc:chgData name="singareddy ravisankarreddy" userId="a28122ae4adac000" providerId="LiveId" clId="{8D7695E2-B3D0-4422-9E73-5E45947944D8}" dt="2026-07-28T08:25:50.323" v="599" actId="255"/>
        <pc:sldMkLst>
          <pc:docMk/>
          <pc:sldMk cId="1454641013" sldId="272"/>
        </pc:sldMkLst>
        <pc:spChg chg="mod">
          <ac:chgData name="singareddy ravisankarreddy" userId="a28122ae4adac000" providerId="LiveId" clId="{8D7695E2-B3D0-4422-9E73-5E45947944D8}" dt="2026-07-28T08:25:50.323" v="599" actId="255"/>
          <ac:spMkLst>
            <pc:docMk/>
            <pc:sldMk cId="1454641013" sldId="272"/>
            <ac:spMk id="2" creationId="{17EFB6C0-EC40-E0CB-BA75-21E5BF0BA5F1}"/>
          </ac:spMkLst>
        </pc:spChg>
        <pc:spChg chg="mod">
          <ac:chgData name="singareddy ravisankarreddy" userId="a28122ae4adac000" providerId="LiveId" clId="{8D7695E2-B3D0-4422-9E73-5E45947944D8}" dt="2026-07-28T08:25:04.559" v="589" actId="255"/>
          <ac:spMkLst>
            <pc:docMk/>
            <pc:sldMk cId="1454641013" sldId="272"/>
            <ac:spMk id="3" creationId="{70462EEE-A28F-9668-1229-DBC30BC62FC3}"/>
          </ac:spMkLst>
        </pc:spChg>
        <pc:picChg chg="add">
          <ac:chgData name="singareddy ravisankarreddy" userId="a28122ae4adac000" providerId="LiveId" clId="{8D7695E2-B3D0-4422-9E73-5E45947944D8}" dt="2026-07-28T08:09:04.725" v="417" actId="22"/>
          <ac:picMkLst>
            <pc:docMk/>
            <pc:sldMk cId="1454641013" sldId="272"/>
            <ac:picMk id="5" creationId="{CB2D8008-B3B7-7428-8C8C-6508100E830B}"/>
          </ac:picMkLst>
        </pc:picChg>
        <pc:picChg chg="add">
          <ac:chgData name="singareddy ravisankarreddy" userId="a28122ae4adac000" providerId="LiveId" clId="{8D7695E2-B3D0-4422-9E73-5E45947944D8}" dt="2026-07-28T08:09:12.237" v="418" actId="22"/>
          <ac:picMkLst>
            <pc:docMk/>
            <pc:sldMk cId="1454641013" sldId="272"/>
            <ac:picMk id="7" creationId="{5A49EE49-BD6E-DDE9-44BC-A65ACBFE27CD}"/>
          </ac:picMkLst>
        </pc:picChg>
      </pc:sldChg>
      <pc:sldChg chg="addSp modSp new mod">
        <pc:chgData name="singareddy ravisankarreddy" userId="a28122ae4adac000" providerId="LiveId" clId="{8D7695E2-B3D0-4422-9E73-5E45947944D8}" dt="2026-07-28T08:25:59.017" v="601" actId="27636"/>
        <pc:sldMkLst>
          <pc:docMk/>
          <pc:sldMk cId="2081653767" sldId="273"/>
        </pc:sldMkLst>
        <pc:spChg chg="mod">
          <ac:chgData name="singareddy ravisankarreddy" userId="a28122ae4adac000" providerId="LiveId" clId="{8D7695E2-B3D0-4422-9E73-5E45947944D8}" dt="2026-07-28T08:10:08.131" v="426" actId="207"/>
          <ac:spMkLst>
            <pc:docMk/>
            <pc:sldMk cId="2081653767" sldId="273"/>
            <ac:spMk id="2" creationId="{877F2D69-DB54-5C11-FB0E-04639E4928D2}"/>
          </ac:spMkLst>
        </pc:spChg>
        <pc:spChg chg="mod">
          <ac:chgData name="singareddy ravisankarreddy" userId="a28122ae4adac000" providerId="LiveId" clId="{8D7695E2-B3D0-4422-9E73-5E45947944D8}" dt="2026-07-28T08:25:59.017" v="601" actId="27636"/>
          <ac:spMkLst>
            <pc:docMk/>
            <pc:sldMk cId="2081653767" sldId="273"/>
            <ac:spMk id="3" creationId="{883B952F-4FE1-DBDB-EECC-870F59B4299C}"/>
          </ac:spMkLst>
        </pc:spChg>
        <pc:picChg chg="add mod">
          <ac:chgData name="singareddy ravisankarreddy" userId="a28122ae4adac000" providerId="LiveId" clId="{8D7695E2-B3D0-4422-9E73-5E45947944D8}" dt="2026-07-28T08:10:56.918" v="436" actId="1036"/>
          <ac:picMkLst>
            <pc:docMk/>
            <pc:sldMk cId="2081653767" sldId="273"/>
            <ac:picMk id="5" creationId="{B40BD105-A555-9ABB-7FFC-3163B3FAF985}"/>
          </ac:picMkLst>
        </pc:picChg>
        <pc:picChg chg="add">
          <ac:chgData name="singareddy ravisankarreddy" userId="a28122ae4adac000" providerId="LiveId" clId="{8D7695E2-B3D0-4422-9E73-5E45947944D8}" dt="2026-07-28T08:09:38.213" v="420" actId="22"/>
          <ac:picMkLst>
            <pc:docMk/>
            <pc:sldMk cId="2081653767" sldId="273"/>
            <ac:picMk id="7" creationId="{D7EA6F4D-1A5D-E759-7CFC-E68772FCE2D3}"/>
          </ac:picMkLst>
        </pc:picChg>
      </pc:sldChg>
      <pc:sldChg chg="addSp modSp new mod">
        <pc:chgData name="singareddy ravisankarreddy" userId="a28122ae4adac000" providerId="LiveId" clId="{8D7695E2-B3D0-4422-9E73-5E45947944D8}" dt="2026-07-28T08:26:13.226" v="603" actId="123"/>
        <pc:sldMkLst>
          <pc:docMk/>
          <pc:sldMk cId="656710063" sldId="274"/>
        </pc:sldMkLst>
        <pc:spChg chg="mod">
          <ac:chgData name="singareddy ravisankarreddy" userId="a28122ae4adac000" providerId="LiveId" clId="{8D7695E2-B3D0-4422-9E73-5E45947944D8}" dt="2026-07-28T08:11:34.335" v="443" actId="207"/>
          <ac:spMkLst>
            <pc:docMk/>
            <pc:sldMk cId="656710063" sldId="274"/>
            <ac:spMk id="2" creationId="{571E4D05-B7FB-82EF-1113-50ED64995DD0}"/>
          </ac:spMkLst>
        </pc:spChg>
        <pc:spChg chg="mod">
          <ac:chgData name="singareddy ravisankarreddy" userId="a28122ae4adac000" providerId="LiveId" clId="{8D7695E2-B3D0-4422-9E73-5E45947944D8}" dt="2026-07-28T08:26:13.226" v="603" actId="123"/>
          <ac:spMkLst>
            <pc:docMk/>
            <pc:sldMk cId="656710063" sldId="274"/>
            <ac:spMk id="3" creationId="{97E4CBCF-C2A4-9FBF-AB0B-17C3D664E8AB}"/>
          </ac:spMkLst>
        </pc:spChg>
        <pc:picChg chg="add mod">
          <ac:chgData name="singareddy ravisankarreddy" userId="a28122ae4adac000" providerId="LiveId" clId="{8D7695E2-B3D0-4422-9E73-5E45947944D8}" dt="2026-07-28T08:18:41.647" v="575" actId="1036"/>
          <ac:picMkLst>
            <pc:docMk/>
            <pc:sldMk cId="656710063" sldId="274"/>
            <ac:picMk id="5" creationId="{DE6A9B0F-1CED-A93D-A8D2-31821B2EBB0E}"/>
          </ac:picMkLst>
        </pc:picChg>
        <pc:picChg chg="add">
          <ac:chgData name="singareddy ravisankarreddy" userId="a28122ae4adac000" providerId="LiveId" clId="{8D7695E2-B3D0-4422-9E73-5E45947944D8}" dt="2026-07-28T08:11:07.364" v="438" actId="22"/>
          <ac:picMkLst>
            <pc:docMk/>
            <pc:sldMk cId="656710063" sldId="274"/>
            <ac:picMk id="7" creationId="{2D20F552-BF9E-5CCA-1044-A5AD261558F7}"/>
          </ac:picMkLst>
        </pc:picChg>
      </pc:sldChg>
      <pc:sldChg chg="addSp modSp new mod ord">
        <pc:chgData name="singareddy ravisankarreddy" userId="a28122ae4adac000" providerId="LiveId" clId="{8D7695E2-B3D0-4422-9E73-5E45947944D8}" dt="2026-07-28T08:26:52.146" v="658" actId="14100"/>
        <pc:sldMkLst>
          <pc:docMk/>
          <pc:sldMk cId="3894731265" sldId="275"/>
        </pc:sldMkLst>
        <pc:spChg chg="mod">
          <ac:chgData name="singareddy ravisankarreddy" userId="a28122ae4adac000" providerId="LiveId" clId="{8D7695E2-B3D0-4422-9E73-5E45947944D8}" dt="2026-07-28T08:26:25.624" v="613" actId="20577"/>
          <ac:spMkLst>
            <pc:docMk/>
            <pc:sldMk cId="3894731265" sldId="275"/>
            <ac:spMk id="2" creationId="{1719B7A2-2747-D5AA-6096-876DF8AC5B78}"/>
          </ac:spMkLst>
        </pc:spChg>
        <pc:spChg chg="mod">
          <ac:chgData name="singareddy ravisankarreddy" userId="a28122ae4adac000" providerId="LiveId" clId="{8D7695E2-B3D0-4422-9E73-5E45947944D8}" dt="2026-07-28T08:26:52.146" v="658" actId="14100"/>
          <ac:spMkLst>
            <pc:docMk/>
            <pc:sldMk cId="3894731265" sldId="275"/>
            <ac:spMk id="3" creationId="{808D3409-915B-D933-CEF0-7994E5F50338}"/>
          </ac:spMkLst>
        </pc:spChg>
        <pc:picChg chg="add">
          <ac:chgData name="singareddy ravisankarreddy" userId="a28122ae4adac000" providerId="LiveId" clId="{8D7695E2-B3D0-4422-9E73-5E45947944D8}" dt="2026-07-28T08:18:45.442" v="576" actId="22"/>
          <ac:picMkLst>
            <pc:docMk/>
            <pc:sldMk cId="3894731265" sldId="275"/>
            <ac:picMk id="5" creationId="{E5DB16A8-5EA2-83B1-F561-537DF3FE4630}"/>
          </ac:picMkLst>
        </pc:picChg>
        <pc:picChg chg="add">
          <ac:chgData name="singareddy ravisankarreddy" userId="a28122ae4adac000" providerId="LiveId" clId="{8D7695E2-B3D0-4422-9E73-5E45947944D8}" dt="2026-07-28T08:18:52.967" v="577" actId="22"/>
          <ac:picMkLst>
            <pc:docMk/>
            <pc:sldMk cId="3894731265" sldId="275"/>
            <ac:picMk id="7" creationId="{A855FE3B-EC8B-C928-C31A-C61B064DEF71}"/>
          </ac:picMkLst>
        </pc:picChg>
      </pc:sldChg>
      <pc:sldChg chg="addSp modSp new mod ord">
        <pc:chgData name="singareddy ravisankarreddy" userId="a28122ae4adac000" providerId="LiveId" clId="{8D7695E2-B3D0-4422-9E73-5E45947944D8}" dt="2026-07-28T08:27:09.410" v="660" actId="14100"/>
        <pc:sldMkLst>
          <pc:docMk/>
          <pc:sldMk cId="3983405016" sldId="276"/>
        </pc:sldMkLst>
        <pc:spChg chg="mod">
          <ac:chgData name="singareddy ravisankarreddy" userId="a28122ae4adac000" providerId="LiveId" clId="{8D7695E2-B3D0-4422-9E73-5E45947944D8}" dt="2026-07-28T08:14:55.043" v="529" actId="255"/>
          <ac:spMkLst>
            <pc:docMk/>
            <pc:sldMk cId="3983405016" sldId="276"/>
            <ac:spMk id="2" creationId="{8355B481-280A-C879-23E6-1B4DBEF1D99F}"/>
          </ac:spMkLst>
        </pc:spChg>
        <pc:spChg chg="mod">
          <ac:chgData name="singareddy ravisankarreddy" userId="a28122ae4adac000" providerId="LiveId" clId="{8D7695E2-B3D0-4422-9E73-5E45947944D8}" dt="2026-07-28T08:27:09.410" v="660" actId="14100"/>
          <ac:spMkLst>
            <pc:docMk/>
            <pc:sldMk cId="3983405016" sldId="276"/>
            <ac:spMk id="3" creationId="{923D1D44-BC5E-9EDE-8662-A277BC8E6FF2}"/>
          </ac:spMkLst>
        </pc:spChg>
        <pc:picChg chg="add">
          <ac:chgData name="singareddy ravisankarreddy" userId="a28122ae4adac000" providerId="LiveId" clId="{8D7695E2-B3D0-4422-9E73-5E45947944D8}" dt="2026-07-28T08:18:57.516" v="578" actId="22"/>
          <ac:picMkLst>
            <pc:docMk/>
            <pc:sldMk cId="3983405016" sldId="276"/>
            <ac:picMk id="5" creationId="{2BE9A859-CD3F-4719-8759-7E41EE0896C4}"/>
          </ac:picMkLst>
        </pc:picChg>
        <pc:picChg chg="add">
          <ac:chgData name="singareddy ravisankarreddy" userId="a28122ae4adac000" providerId="LiveId" clId="{8D7695E2-B3D0-4422-9E73-5E45947944D8}" dt="2026-07-28T08:19:08.794" v="580" actId="22"/>
          <ac:picMkLst>
            <pc:docMk/>
            <pc:sldMk cId="3983405016" sldId="276"/>
            <ac:picMk id="7" creationId="{7D29F103-03A6-DA06-491D-7600E38439A0}"/>
          </ac:picMkLst>
        </pc:picChg>
      </pc:sldChg>
      <pc:sldChg chg="addSp modSp new mod">
        <pc:chgData name="singareddy ravisankarreddy" userId="a28122ae4adac000" providerId="LiveId" clId="{8D7695E2-B3D0-4422-9E73-5E45947944D8}" dt="2026-07-28T08:27:20.074" v="661" actId="255"/>
        <pc:sldMkLst>
          <pc:docMk/>
          <pc:sldMk cId="2954926163" sldId="277"/>
        </pc:sldMkLst>
        <pc:spChg chg="mod">
          <ac:chgData name="singareddy ravisankarreddy" userId="a28122ae4adac000" providerId="LiveId" clId="{8D7695E2-B3D0-4422-9E73-5E45947944D8}" dt="2026-07-28T08:16:25.754" v="552" actId="113"/>
          <ac:spMkLst>
            <pc:docMk/>
            <pc:sldMk cId="2954926163" sldId="277"/>
            <ac:spMk id="2" creationId="{AB6B4BDB-30A6-90A3-E539-EC1924E4DC98}"/>
          </ac:spMkLst>
        </pc:spChg>
        <pc:spChg chg="mod">
          <ac:chgData name="singareddy ravisankarreddy" userId="a28122ae4adac000" providerId="LiveId" clId="{8D7695E2-B3D0-4422-9E73-5E45947944D8}" dt="2026-07-28T08:27:20.074" v="661" actId="255"/>
          <ac:spMkLst>
            <pc:docMk/>
            <pc:sldMk cId="2954926163" sldId="277"/>
            <ac:spMk id="3" creationId="{AA891B6D-853C-438F-8E73-175BB700EBBA}"/>
          </ac:spMkLst>
        </pc:spChg>
        <pc:picChg chg="add">
          <ac:chgData name="singareddy ravisankarreddy" userId="a28122ae4adac000" providerId="LiveId" clId="{8D7695E2-B3D0-4422-9E73-5E45947944D8}" dt="2026-07-28T08:19:01.023" v="579" actId="22"/>
          <ac:picMkLst>
            <pc:docMk/>
            <pc:sldMk cId="2954926163" sldId="277"/>
            <ac:picMk id="5" creationId="{AE88ED8D-2278-9B2C-6040-63CBFB8BAF3F}"/>
          </ac:picMkLst>
        </pc:picChg>
        <pc:picChg chg="add">
          <ac:chgData name="singareddy ravisankarreddy" userId="a28122ae4adac000" providerId="LiveId" clId="{8D7695E2-B3D0-4422-9E73-5E45947944D8}" dt="2026-07-28T08:19:12.024" v="581" actId="22"/>
          <ac:picMkLst>
            <pc:docMk/>
            <pc:sldMk cId="2954926163" sldId="277"/>
            <ac:picMk id="7" creationId="{86FBC7B1-034A-E9CB-F88A-42B4A824DD99}"/>
          </ac:picMkLst>
        </pc:picChg>
      </pc:sldChg>
      <pc:sldChg chg="add del">
        <pc:chgData name="singareddy ravisankarreddy" userId="a28122ae4adac000" providerId="LiveId" clId="{8D7695E2-B3D0-4422-9E73-5E45947944D8}" dt="2026-07-28T08:30:27.851" v="724" actId="2696"/>
        <pc:sldMkLst>
          <pc:docMk/>
          <pc:sldMk cId="2002784266" sldId="278"/>
        </pc:sldMkLst>
      </pc:sldChg>
      <pc:sldChg chg="addSp new del mod">
        <pc:chgData name="singareddy ravisankarreddy" userId="a28122ae4adac000" providerId="LiveId" clId="{8D7695E2-B3D0-4422-9E73-5E45947944D8}" dt="2026-07-28T08:30:19.442" v="722" actId="2696"/>
        <pc:sldMkLst>
          <pc:docMk/>
          <pc:sldMk cId="3801764357" sldId="278"/>
        </pc:sldMkLst>
        <pc:picChg chg="add">
          <ac:chgData name="singareddy ravisankarreddy" userId="a28122ae4adac000" providerId="LiveId" clId="{8D7695E2-B3D0-4422-9E73-5E45947944D8}" dt="2026-07-28T08:29:14.821" v="680" actId="22"/>
          <ac:picMkLst>
            <pc:docMk/>
            <pc:sldMk cId="3801764357" sldId="278"/>
            <ac:picMk id="3" creationId="{8BDE54CE-04BB-CF61-001E-35C76F1776C9}"/>
          </ac:picMkLst>
        </pc:picChg>
        <pc:picChg chg="add">
          <ac:chgData name="singareddy ravisankarreddy" userId="a28122ae4adac000" providerId="LiveId" clId="{8D7695E2-B3D0-4422-9E73-5E45947944D8}" dt="2026-07-28T08:29:21.972" v="681" actId="22"/>
          <ac:picMkLst>
            <pc:docMk/>
            <pc:sldMk cId="3801764357" sldId="278"/>
            <ac:picMk id="5" creationId="{3A531B90-9BDC-8FC4-945F-C4692D50AABB}"/>
          </ac:picMkLst>
        </pc:picChg>
      </pc:sldChg>
      <pc:sldChg chg="addSp modSp new mod">
        <pc:chgData name="singareddy ravisankarreddy" userId="a28122ae4adac000" providerId="LiveId" clId="{8D7695E2-B3D0-4422-9E73-5E45947944D8}" dt="2026-07-28T08:30:40.703" v="727" actId="255"/>
        <pc:sldMkLst>
          <pc:docMk/>
          <pc:sldMk cId="1206194776" sldId="279"/>
        </pc:sldMkLst>
        <pc:spChg chg="mod">
          <ac:chgData name="singareddy ravisankarreddy" userId="a28122ae4adac000" providerId="LiveId" clId="{8D7695E2-B3D0-4422-9E73-5E45947944D8}" dt="2026-07-28T08:30:40.703" v="727" actId="255"/>
          <ac:spMkLst>
            <pc:docMk/>
            <pc:sldMk cId="1206194776" sldId="279"/>
            <ac:spMk id="2" creationId="{A01410A0-1AC0-CF65-FAD0-41A11DE6787C}"/>
          </ac:spMkLst>
        </pc:spChg>
        <pc:picChg chg="add">
          <ac:chgData name="singareddy ravisankarreddy" userId="a28122ae4adac000" providerId="LiveId" clId="{8D7695E2-B3D0-4422-9E73-5E45947944D8}" dt="2026-07-28T08:30:03.209" v="720" actId="22"/>
          <ac:picMkLst>
            <pc:docMk/>
            <pc:sldMk cId="1206194776" sldId="279"/>
            <ac:picMk id="4" creationId="{CF11EBD4-ED83-3C62-A203-F525634E9FF6}"/>
          </ac:picMkLst>
        </pc:picChg>
        <pc:picChg chg="add">
          <ac:chgData name="singareddy ravisankarreddy" userId="a28122ae4adac000" providerId="LiveId" clId="{8D7695E2-B3D0-4422-9E73-5E45947944D8}" dt="2026-07-28T08:30:11.965" v="721" actId="22"/>
          <ac:picMkLst>
            <pc:docMk/>
            <pc:sldMk cId="1206194776" sldId="279"/>
            <ac:picMk id="6" creationId="{16BFA5FD-937B-6BFD-2FB9-ABBD21FB53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178ED-230C-4F77-AC93-8F90112C8942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13041-762D-4060-8CB1-468CF6DB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96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13041-762D-4060-8CB1-468CF6DB4B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20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SIMATS ENGINEERING</a:t>
            </a:r>
            <a:br>
              <a:rPr 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Saveetha Institute of Medical and Technical Sciences</a:t>
            </a:r>
            <a:br>
              <a:rPr 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Chennai-602105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53456"/>
            <a:ext cx="9144000" cy="1958350"/>
          </a:xfrm>
        </p:spPr>
        <p:txBody>
          <a:bodyPr>
            <a:normAutofit/>
          </a:bodyPr>
          <a:lstStyle/>
          <a:p>
            <a:r>
              <a:rPr lang="en-IN" sz="2800" dirty="0"/>
              <a:t>Capstone Project Title</a:t>
            </a:r>
          </a:p>
          <a:p>
            <a:r>
              <a:rPr lang="en-IN" sz="2800" dirty="0">
                <a:solidFill>
                  <a:srgbClr val="0070C0"/>
                </a:solidFill>
              </a:rPr>
              <a:t>Smart Examination Resource Allocation Platform</a:t>
            </a: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6489510" y="4210334"/>
            <a:ext cx="5547815" cy="25046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2060"/>
                </a:solidFill>
              </a:rPr>
              <a:t>Presentation By:</a:t>
            </a:r>
            <a:r>
              <a:rPr lang="en-US" altLang="en-IN" dirty="0">
                <a:solidFill>
                  <a:srgbClr val="002060"/>
                </a:solidFill>
              </a:rPr>
              <a:t>S.Ravi Sankar Reddy(192372214)</a:t>
            </a:r>
          </a:p>
          <a:p>
            <a:pPr algn="l"/>
            <a:r>
              <a:rPr lang="en-US" altLang="en-IN" dirty="0">
                <a:solidFill>
                  <a:srgbClr val="002060"/>
                </a:solidFill>
              </a:rPr>
              <a:t>                              </a:t>
            </a:r>
            <a:r>
              <a:rPr lang="en-US" altLang="en-IN" dirty="0" err="1">
                <a:solidFill>
                  <a:srgbClr val="002060"/>
                </a:solidFill>
              </a:rPr>
              <a:t>K.Narendra</a:t>
            </a:r>
            <a:r>
              <a:rPr lang="en-US" altLang="en-IN" dirty="0">
                <a:solidFill>
                  <a:srgbClr val="002060"/>
                </a:solidFill>
              </a:rPr>
              <a:t> Reddy(192311236)</a:t>
            </a:r>
          </a:p>
          <a:p>
            <a:pPr algn="l"/>
            <a:r>
              <a:rPr lang="en-US" altLang="en-IN" dirty="0">
                <a:solidFill>
                  <a:srgbClr val="002060"/>
                </a:solidFill>
              </a:rPr>
              <a:t>                               </a:t>
            </a:r>
            <a:r>
              <a:rPr lang="en-US" altLang="en-IN" dirty="0" err="1">
                <a:solidFill>
                  <a:srgbClr val="002060"/>
                </a:solidFill>
              </a:rPr>
              <a:t>K.Rekanth</a:t>
            </a:r>
            <a:r>
              <a:rPr lang="en-US" altLang="en-IN" dirty="0">
                <a:solidFill>
                  <a:srgbClr val="002060"/>
                </a:solidFill>
              </a:rPr>
              <a:t>(192311213)</a:t>
            </a:r>
          </a:p>
          <a:p>
            <a:pPr algn="l"/>
            <a:r>
              <a:rPr lang="en-US" altLang="en-IN" dirty="0">
                <a:solidFill>
                  <a:srgbClr val="002060"/>
                </a:solidFill>
              </a:rPr>
              <a:t>                            </a:t>
            </a:r>
            <a:endParaRPr lang="en-IN" dirty="0">
              <a:solidFill>
                <a:srgbClr val="002060"/>
              </a:solidFill>
            </a:endParaRPr>
          </a:p>
          <a:p>
            <a:pPr algn="r"/>
            <a:r>
              <a:rPr lang="en-IN" dirty="0"/>
              <a:t>		</a:t>
            </a:r>
            <a:endParaRPr lang="en-US" dirty="0"/>
          </a:p>
          <a:p>
            <a:pPr algn="l"/>
            <a:r>
              <a:rPr lang="en-US" dirty="0">
                <a:solidFill>
                  <a:srgbClr val="002060"/>
                </a:solidFill>
              </a:rPr>
              <a:t>Supervisor : </a:t>
            </a:r>
            <a:r>
              <a:rPr lang="en-US" dirty="0" err="1">
                <a:solidFill>
                  <a:srgbClr val="002060"/>
                </a:solidFill>
              </a:rPr>
              <a:t>DR.M.Sathiyamoorthy</a:t>
            </a:r>
            <a:endParaRPr lang="en-US" dirty="0">
              <a:solidFill>
                <a:srgbClr val="002060"/>
              </a:solidFill>
            </a:endParaRPr>
          </a:p>
          <a:p>
            <a:pPr algn="l"/>
            <a:endParaRPr lang="en-US" dirty="0">
              <a:solidFill>
                <a:srgbClr val="002060"/>
              </a:solidFill>
            </a:endParaRPr>
          </a:p>
          <a:p>
            <a:pPr algn="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950" y="1005206"/>
            <a:ext cx="10319468" cy="5238646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Examination Resource Allocation Platform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for managing examination resources.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the allocation of classrooms, invigilators, and seating arrangements.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reduces manual work and minimizes human errors.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schedule examinations efficiently without conflicts.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 fair distribution of examination resources.</a:t>
            </a: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91074"/>
            <a:ext cx="9144000" cy="1096547"/>
          </a:xfrm>
        </p:spPr>
        <p:txBody>
          <a:bodyPr>
            <a:normAutofit/>
          </a:bodyPr>
          <a:lstStyle/>
          <a:p>
            <a:r>
              <a:rPr lang="en-IN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263" y="1518404"/>
            <a:ext cx="10675550" cy="4732493"/>
          </a:xfrm>
        </p:spPr>
        <p:txBody>
          <a:bodyPr>
            <a:normAutofit fontScale="97500"/>
          </a:bodyPr>
          <a:lstStyle/>
          <a:p>
            <a:pPr marL="342900" indent="-342900" algn="just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resource allocation. </a:t>
            </a:r>
          </a:p>
          <a:p>
            <a:pPr marL="342900" indent="-342900" algn="just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classroom and invigilator assignments. </a:t>
            </a:r>
          </a:p>
          <a:p>
            <a:pPr marL="342900" indent="-342900" algn="just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scheduling conflicts. </a:t>
            </a:r>
          </a:p>
          <a:p>
            <a:pPr marL="342900" indent="-342900" algn="just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Unequal distribution of invigilation duties. </a:t>
            </a:r>
          </a:p>
          <a:p>
            <a:pPr marL="342900" indent="-342900" algn="just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administrative workload.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A57A-713D-F765-F2E6-9181AEB0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006"/>
            <a:ext cx="10515600" cy="1091821"/>
          </a:xfrm>
        </p:spPr>
        <p:txBody>
          <a:bodyPr>
            <a:normAutofit/>
          </a:bodyPr>
          <a:lstStyle/>
          <a:p>
            <a:pPr algn="ctr"/>
            <a:r>
              <a:rPr lang="en-IN" sz="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9E78-5425-A73D-093E-F5569FA31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594" y="1262418"/>
            <a:ext cx="10098206" cy="491454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examination resource allocation.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 and human errors.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Allocate classrooms efficiently.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seating arrangements automatically.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examination management.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time and increase productivity.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956BD2F8-9483-1B9E-6BDE-18EBA73A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3613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CD10EEA-8BE3-CCC2-9827-0167A8066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94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B6C0-EC40-E0CB-BA75-21E5BF0BA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7952" y="116006"/>
            <a:ext cx="9962866" cy="13716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&amp; Exam Management</a:t>
            </a:r>
            <a:br>
              <a:rPr lang="en-IN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62EEE-A28F-9668-1229-DBC30BC62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524" y="2361063"/>
            <a:ext cx="11564203" cy="4189862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student details in the system.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Updates and manages student information.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Scheduling: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and organizes the exam timetable.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Ticket Generation: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hall tickets for registered students.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Timetable: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date, time, and venue of exams. </a:t>
            </a:r>
          </a:p>
          <a:p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B2D8008-B3B7-7428-8C8C-6508100E8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A49EE49-BD6E-DDE9-44BC-A65ACBFE2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64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2D69-DB54-5C11-FB0E-04639E49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Resource Allocation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B952F-4FE1-DBDB-EECC-870F59B42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5134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Allocation: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Assigns suitable exam halls based on student count.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Seating Arrangement: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generates seating plans for students.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Conflict Detection: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multiple exams from being assigned to the same room.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available rooms efficiently to avoid wastage. </a:t>
            </a:r>
          </a:p>
          <a:p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40BD105-A555-9ABB-7FFC-3163B3FA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930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7EA6F4D-1A5D-E759-7CFC-E68772FCE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65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4D05-B7FB-82EF-1113-50ED6499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Invigilator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CBCF-C2A4-9FBF-AB0B-17C3D664E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Management: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and manages invigilator details.</a:t>
            </a: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Invigilator Assignment: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Assigns invigilators to examination halls.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Assignment Check: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an invigilator is not assigned to multiple halls at the same                      time.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Schedule Generation: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and displays the invigilator duty schedule.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E6A9B0F-1CED-A93D-A8D2-31821B2EB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930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D20F552-BF9E-5CCA-1044-A5AD26155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1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B7A2-2747-D5AA-6096-876DF8AC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3409-915B-D933-CEF0-7994E5F5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430"/>
            <a:ext cx="10515600" cy="51997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automating manual tasks.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human errors.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room allocation conflicts.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Fair distribution of invigilator duties.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resource utilization.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reports quickly.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5DB16A8-5EA2-83B1-F561-537DF3FE4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855FE3B-EC8B-C928-C31A-C61B064DE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73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B481-280A-C879-23E6-1B4DBEF1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1D44-BC5E-9EDE-8662-A277BC8E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901"/>
            <a:ext cx="10515600" cy="466206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classroom and invigilator allocation.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code-based attendance system.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application for students and faculty.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storage and management.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SMS notifications.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examination monitoring dashboard.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BE9A859-CD3F-4719-8759-7E41EE08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D29F103-03A6-DA06-491D-7600E3843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40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4BDB-30A6-90A3-E539-EC1924E4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1B6D-853C-438F-8E73-175BB700E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Examination Resource Allocation Platform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the examination management process.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manual work and minimizes human errors.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efficiently allocates classrooms, seating, and invigilators.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saves time and improves resource utilization.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the accuracy and transparency of examination management.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E88ED8D-2278-9B2C-6040-63CBFB8BA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6FBC7B1-034A-E9CB-F88A-42B4A824D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92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10A0-1AC0-CF65-FAD0-41A11DE6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28350"/>
          </a:xfrm>
        </p:spPr>
        <p:txBody>
          <a:bodyPr/>
          <a:lstStyle/>
          <a:p>
            <a:r>
              <a:rPr lang="en-US" dirty="0"/>
              <a:t>                           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F11EBD4-ED83-3C62-A203-F525634E9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16BFA5FD-937B-6BFD-2FB9-ABBD21FB5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194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474</Words>
  <Application>Microsoft Office PowerPoint</Application>
  <PresentationFormat>Widescreen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SIMATS ENGINEERING Saveetha Institute of Medical and Technical Sciences Chennai-602105.</vt:lpstr>
      <vt:lpstr>Introduction</vt:lpstr>
      <vt:lpstr>Problem Statement</vt:lpstr>
      <vt:lpstr>Objectives</vt:lpstr>
      <vt:lpstr>Module 1: Student &amp; Exam Management </vt:lpstr>
      <vt:lpstr>Module 2: Resource Allocation Management</vt:lpstr>
      <vt:lpstr>Module 3: Invigilator Management</vt:lpstr>
      <vt:lpstr> Advantages</vt:lpstr>
      <vt:lpstr>Future Enhancements</vt:lpstr>
      <vt:lpstr>Conclusion</vt:lpstr>
      <vt:lpstr>    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singareddy ravisankarreddy</cp:lastModifiedBy>
  <cp:revision>6</cp:revision>
  <dcterms:created xsi:type="dcterms:W3CDTF">2025-03-19T06:12:00Z</dcterms:created>
  <dcterms:modified xsi:type="dcterms:W3CDTF">2026-07-28T08:30:41Z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47CA18808593405F9755A2AD9EFFC1AD_13</vt:lpwstr>
  </property>
  <property fmtid="{D5CDD505-2E9C-101B-9397-08002B2CF9AE}" pid="3" name="KSOProductBuildVer">
    <vt:lpwstr>1033-12.2.0.23196</vt:lpwstr>
  </property>
</Properties>
</file>